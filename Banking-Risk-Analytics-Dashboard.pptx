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892862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Banking Risk Analytics Dashboard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4643199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BI-powered risk analytics for smarter lending decisions in banking &amp; financial services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47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20646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Risk Gap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 to understand risk analytics in banking &amp; financial services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Data-Driven Lending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data to minimize money loss when lending to customers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7700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Solution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058352"/>
            <a:ext cx="4246126" cy="4246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40693" y="35591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40693" y="4131945"/>
            <a:ext cx="833889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latest Power BI tools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evaluate applicant profiles and support loan approval decisions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510" y="6802636"/>
            <a:ext cx="324922" cy="3249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2326" y="6791920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 likelihood of loan repayment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1775" y="6802636"/>
            <a:ext cx="324922" cy="3249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54591" y="6791920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or decline based on data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86130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0728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Interlinked tables connected via primary &amp; foreign keys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3597712"/>
            <a:ext cx="541615" cy="541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44100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Banking Relationship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597712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4100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Client-Banking</a:t>
            </a:r>
            <a:endParaRPr lang="en-US" sz="2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3597712"/>
            <a:ext cx="541615" cy="5416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1329" y="44100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Gender</a:t>
            </a:r>
            <a:endParaRPr lang="en-US" sz="2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09" y="5199578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8309" y="601194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Investment Advisor</a:t>
            </a:r>
            <a:endParaRPr lang="en-US" sz="2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9819" y="5199578"/>
            <a:ext cx="541615" cy="54161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19819" y="601194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Period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6240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6693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Engagement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639741"/>
            <a:ext cx="424612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column in Banking table — days since client joined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4576882"/>
            <a:ext cx="4246126" cy="15961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0693" y="241661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Processing Fees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40693" y="2989421"/>
            <a:ext cx="8338899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Derived from Fee Structure — e.g., High =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0.05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693" y="3579852"/>
            <a:ext cx="8338899" cy="3243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629" y="535900"/>
            <a:ext cx="5574625" cy="612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DAX Calculated Functions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651629" y="1468160"/>
            <a:ext cx="13327142" cy="111716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4489" y="1491020"/>
            <a:ext cx="744736" cy="1071443"/>
          </a:xfrm>
          <a:prstGeom prst="roundRect">
            <a:avLst>
              <a:gd name="adj" fmla="val 33819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903446" y="1852136"/>
            <a:ext cx="27920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579126" y="1677114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79126" y="2079308"/>
            <a:ext cx="1219069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Adds all numbers in a column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1629" y="2745224"/>
            <a:ext cx="13327142" cy="111716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4489" y="2768084"/>
            <a:ext cx="744736" cy="1071443"/>
          </a:xfrm>
          <a:prstGeom prst="roundRect">
            <a:avLst>
              <a:gd name="adj" fmla="val 33819"/>
            </a:avLst>
          </a:prstGeom>
          <a:solidFill>
            <a:srgbClr val="D4E9F7"/>
          </a:solidFill>
          <a:ln/>
        </p:spPr>
      </p:sp>
      <p:sp>
        <p:nvSpPr>
          <p:cNvPr id="10" name="Text 8"/>
          <p:cNvSpPr/>
          <p:nvPr/>
        </p:nvSpPr>
        <p:spPr>
          <a:xfrm>
            <a:off x="903446" y="3129201"/>
            <a:ext cx="27920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579126" y="2954179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DISTINCTCOUNT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79126" y="3356372"/>
            <a:ext cx="1219069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Counts distinct values — e.g., Total Clients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1629" y="4022288"/>
            <a:ext cx="13327142" cy="111716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489" y="4045148"/>
            <a:ext cx="744736" cy="1071443"/>
          </a:xfrm>
          <a:prstGeom prst="roundRect">
            <a:avLst>
              <a:gd name="adj" fmla="val 33819"/>
            </a:avLst>
          </a:prstGeom>
          <a:solidFill>
            <a:srgbClr val="D4E9F7"/>
          </a:solidFill>
          <a:ln/>
        </p:spPr>
      </p:sp>
      <p:sp>
        <p:nvSpPr>
          <p:cNvPr id="15" name="Text 13"/>
          <p:cNvSpPr/>
          <p:nvPr/>
        </p:nvSpPr>
        <p:spPr>
          <a:xfrm>
            <a:off x="903446" y="4406265"/>
            <a:ext cx="27920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1579126" y="4231243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SUMX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79126" y="4633436"/>
            <a:ext cx="1219069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 of expression per row — Total Fees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1629" y="5299353"/>
            <a:ext cx="13327142" cy="111716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489" y="5322213"/>
            <a:ext cx="744736" cy="1071443"/>
          </a:xfrm>
          <a:prstGeom prst="roundRect">
            <a:avLst>
              <a:gd name="adj" fmla="val 33819"/>
            </a:avLst>
          </a:prstGeom>
          <a:solidFill>
            <a:srgbClr val="D4E9F7"/>
          </a:solidFill>
          <a:ln/>
        </p:spPr>
      </p:sp>
      <p:sp>
        <p:nvSpPr>
          <p:cNvPr id="20" name="Text 18"/>
          <p:cNvSpPr/>
          <p:nvPr/>
        </p:nvSpPr>
        <p:spPr>
          <a:xfrm>
            <a:off x="903446" y="5683329"/>
            <a:ext cx="27920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579126" y="5508308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SWITCH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79126" y="5910501"/>
            <a:ext cx="1219069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Maps Fee Structure to rates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1629" y="6576417"/>
            <a:ext cx="13327142" cy="111716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489" y="6599277"/>
            <a:ext cx="744736" cy="1071443"/>
          </a:xfrm>
          <a:prstGeom prst="roundRect">
            <a:avLst>
              <a:gd name="adj" fmla="val 33819"/>
            </a:avLst>
          </a:prstGeom>
          <a:solidFill>
            <a:srgbClr val="D4E9F7"/>
          </a:solidFill>
          <a:ln/>
        </p:spPr>
      </p:sp>
      <p:sp>
        <p:nvSpPr>
          <p:cNvPr id="25" name="Text 23"/>
          <p:cNvSpPr/>
          <p:nvPr/>
        </p:nvSpPr>
        <p:spPr>
          <a:xfrm>
            <a:off x="903446" y="6960394"/>
            <a:ext cx="279202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2150" dirty="0"/>
          </a:p>
        </p:txBody>
      </p:sp>
      <p:sp>
        <p:nvSpPr>
          <p:cNvPr id="26" name="Text 24"/>
          <p:cNvSpPr/>
          <p:nvPr/>
        </p:nvSpPr>
        <p:spPr>
          <a:xfrm>
            <a:off x="1579126" y="6785372"/>
            <a:ext cx="244983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DATEDIFF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579126" y="7187565"/>
            <a:ext cx="12190690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 interval calculation — Engagement Days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03390"/>
            <a:ext cx="7002780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549366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2504" y="27735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Loan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82504" y="3259693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 Loans + Business Lending + Credit Card Balance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23428" y="2549366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47623" y="27735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Deposit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47623" y="3259693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Deposits + Savings + Checking + Foreign Currency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309" y="4047173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504" y="4271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Clients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2504" y="4757499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DISTINCTCOUNT of Client ID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23428" y="4047173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7623" y="4271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Fees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47623" y="4757499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SUMX: Total Loan × Processing Fees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309" y="5544979"/>
            <a:ext cx="6448544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2504" y="57691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Engagement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2504" y="6255306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 of Engagement Days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23428" y="5544979"/>
            <a:ext cx="6448663" cy="1281232"/>
          </a:xfrm>
          <a:prstGeom prst="roundRect">
            <a:avLst>
              <a:gd name="adj" fmla="val 253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47623" y="57691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Bank Loan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47623" y="6255306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 of Bank Loans from Clients-Banking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99511"/>
            <a:ext cx="890623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Dashboard — Home &amp; Loan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945487"/>
            <a:ext cx="4623435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60737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Home Page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574" y="2945487"/>
            <a:ext cx="4623435" cy="285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0574" y="60737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Loan Analysis Page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99511"/>
            <a:ext cx="832199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Dashboard — Deposit &amp; Summary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945487"/>
            <a:ext cx="4623435" cy="285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60737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Deposit Analysis Page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574" y="2945487"/>
            <a:ext cx="4623435" cy="2857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0574" y="60737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Summary Page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4E9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6288" y="952857"/>
            <a:ext cx="4215765" cy="6323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138898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58309" y="2426613"/>
            <a:ext cx="7627382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29" y="2426613"/>
            <a:ext cx="121920" cy="1326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6804" y="2673668"/>
            <a:ext cx="33164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Effective Decision-Making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96804" y="3159800"/>
            <a:ext cx="704183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 dashboards enable data-driven loan decisions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58309" y="3970139"/>
            <a:ext cx="7627382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29" y="3970139"/>
            <a:ext cx="121920" cy="13269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6804" y="421719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 Insights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96804" y="4703326"/>
            <a:ext cx="704183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banks lead in clients — helps others strategize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758309" y="5513665"/>
            <a:ext cx="7627382" cy="1326952"/>
          </a:xfrm>
          <a:prstGeom prst="roundRect">
            <a:avLst>
              <a:gd name="adj" fmla="val 1102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9" y="5513665"/>
            <a:ext cx="121920" cy="13269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6804" y="5760720"/>
            <a:ext cx="38761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Nationality &amp; Account Analysis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96804" y="6246852"/>
            <a:ext cx="704183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Reveals loan patterns by nationality and account types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2026-04-10T20:33:51Z</dcterms:created>
  <dcterms:modified xsi:type="dcterms:W3CDTF">2026-04-10T20:33:51Z</dcterms:modified>
</cp:coreProperties>
</file>